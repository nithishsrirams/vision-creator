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Innovative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component — the composition and specific design choices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64008" cy="1737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298448"/>
            <a:ext cx="1508760" cy="20116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98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DENOISER DESIGN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DnCNN Cascade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883664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kills S&amp;P noise in microseconds (no gradient, no inference), leaving DnCNN to focus purely on Gaussian residual. Division of labour — not redundancy — is what achieves +8.4 dB PSNR with sub-millisecond denoiser latency.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53712" y="1170432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170432"/>
            <a:ext cx="64008" cy="1737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304" y="1298448"/>
            <a:ext cx="1508760" cy="201168"/>
          </a:xfrm>
          <a:prstGeom prst="rect">
            <a:avLst/>
          </a:prstGeom>
          <a:solidFill>
            <a:srgbClr val="818CF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1298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18304" y="155448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Denoising via Random 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18304" y="1883664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trains with σ sampled from U[5,55]/255 per image — 3M unique noisy pairs from 60k images across 50 epochs. The model generalises to unseen noise levels without a separate model per profile.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35808"/>
            <a:ext cx="64008" cy="1737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3163824"/>
            <a:ext cx="1508760" cy="20116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638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ALGORITHM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341985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Huffman (FGK) — Streaming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" y="3749040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Huffman requires a full pre-pass before it can start encoding — a hard latency floor. FGK builds the tree character-by-character, enabling compression to begin before the full string is ready. Real streaming capability.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3712" y="3035808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53712" y="3035808"/>
            <a:ext cx="64008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4718304" y="3163824"/>
            <a:ext cx="1508760" cy="20116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31638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DETAIL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18304" y="341985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compressed_bits Field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18304" y="3749040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Huffman implementations silently corrupt on bitstreams not divisible by 8. Encoding the exact bit count alongside the hex payload tells the decoder where real bits end and zero-padding begins — what makes decompression provably lossless.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Usefulness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architecture solves genuine problems — and where it stops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64008" cy="8412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" y="1225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243584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Document Digitisation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government offices, logistics — scanning paper forms in real time. &lt;4 ms/image means thousands of documents/second. GPU-intensive OCR scales independently from CPU-only compression.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93976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93976"/>
            <a:ext cx="64008" cy="8412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Bandwidth-Constrained Transmission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2432304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OCR'd text from remote field devices (rural healthcare IoT, warehouse scanners) compressed before transmission over metered links. ~1.7× ratio with sub-millisecond latency, no zlib licensing.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841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30723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Document Archival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digitising degraded or stained records. +8.4 dB PSNR recovery can turn a 90% baseline accuracy into &gt;99% on documents where naive OCR fails entirely — old census records, wartime correspondence.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41064"/>
            <a:ext cx="64008" cy="8412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" y="3995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014216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Privacy-Preserving OCR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4279392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OCRNet (1.7 MB) + DnCNN (2.2 MB) run entirely locally — no raw image leaves the device. Critical for legal, medical, or any privacy-sensitive content.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88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1605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572768"/>
            <a:ext cx="64008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MNIST ≠ Real Documents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193852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only, balanced classes, clean backgrounds. Production needs full alphabets, mixed fonts, skew, multi-column layouts — substantially harder. Accuracy numbers here don't transfer directly.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41605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688336"/>
            <a:ext cx="64008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27797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Synthetic Noise ≠ Real Scanner Noise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28032" y="305409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and salt-and-pepper are idealised models. Actual degradation includes ink bleed, coffee stains, scanner artefacts, and paper texture — DnCNN would need domain fine-tuning.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03904"/>
            <a:ext cx="41605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803904"/>
            <a:ext cx="64008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8953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Compression Breaks on Short Output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9664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single-character OCR output, the FGK compressed form is larger than the raw input. Tree state overhead dominates until strings are ~10+ characters long.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823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Well-engineered proof of concept with a real architectural idea — needs domain adaptation and full character set to deploy on production documents.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2026-04-18T19:47:53Z</dcterms:created>
  <dcterms:modified xsi:type="dcterms:W3CDTF">2026-04-18T19:47:53Z</dcterms:modified>
</cp:coreProperties>
</file>