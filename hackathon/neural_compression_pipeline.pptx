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BE3-400C-8E4C-E91209069842}"/>
              </c:ext>
            </c:extLst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E3-400C-8E4C-E91209069842}"/>
              </c:ext>
            </c:extLst>
          </c:dPt>
          <c:dPt>
            <c:idx val="2"/>
            <c:invertIfNegative val="0"/>
            <c:bubble3D val="0"/>
            <c:spPr>
              <a:solidFill>
                <a:srgbClr val="818C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E3-400C-8E4C-E912090698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Clean</c:v>
                </c:pt>
                <c:pt idx="1">
                  <c:v>Salt &amp; Pepper</c:v>
                </c:pt>
                <c:pt idx="2">
                  <c:v>Gaussian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99.44</c:v>
                </c:pt>
                <c:pt idx="1">
                  <c:v>99.17</c:v>
                </c:pt>
                <c:pt idx="2">
                  <c:v>99.27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BE3-400C-8E4C-E912090698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8.5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PSNR (dB)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7F-4A8B-BF09-B07F1AD4B024}"/>
              </c:ext>
            </c:extLst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7F-4A8B-BF09-B07F1AD4B024}"/>
              </c:ext>
            </c:extLst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7F-4A8B-BF09-B07F1AD4B0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Raw Noisy Input</c:v>
                </c:pt>
                <c:pt idx="1">
                  <c:v>After Median Filter</c:v>
                </c:pt>
                <c:pt idx="2">
                  <c:v>After Median + DnCNN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21.4</c:v>
                </c:pt>
                <c:pt idx="1">
                  <c:v>27.9</c:v>
                </c:pt>
                <c:pt idx="2">
                  <c:v>29.8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27F-4A8B-BF09-B07F1AD4B0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8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14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FEDF5-4C0E-7805-A9F8-FCE8099B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6EA8D-8BF4-B680-5AC6-0B9E8B8B4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FF649-0965-C6E6-6020-4838A9C8A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55D14-2BCE-4512-C113-713425091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1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Creator</a:t>
            </a:r>
          </a:p>
        </p:txBody>
      </p:sp>
      <p:sp>
        <p:nvSpPr>
          <p:cNvPr id="4" name="Text 2"/>
          <p:cNvSpPr/>
          <p:nvPr/>
        </p:nvSpPr>
        <p:spPr>
          <a:xfrm>
            <a:off x="384048" y="2103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Document Image  →  OCR  →  Adaptive Huffman Compression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272491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microservice pipeline · 99.1% OCR accuracy · 100% lossless · &lt;4 ms end-to-end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3474720"/>
            <a:ext cx="246888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3474720"/>
            <a:ext cx="2468880" cy="411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99816" y="3474720"/>
            <a:ext cx="246888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9816" y="3474720"/>
            <a:ext cx="2468880" cy="411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3099816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3.55 ms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99816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p50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15584" y="3474720"/>
            <a:ext cx="246888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15584" y="3474720"/>
            <a:ext cx="2468880" cy="411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5815584" y="3547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15584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Fails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Innovative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one component — the composition and specific design choices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06908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64008" cy="1737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" y="1298448"/>
            <a:ext cx="1508760" cy="201168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298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DENOISER DESIGN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Median + DnCNN Cascade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" y="1883664"/>
            <a:ext cx="3813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 kills S&amp;P noise in microseconds (no gradient, no inference), leaving DnCNN to focus purely on Gaussian residual. Division of labour — not redundancy — is what achieves +8.4 dB PSNR with sub-millisecond denoiser latency.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53712" y="1170432"/>
            <a:ext cx="406908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170432"/>
            <a:ext cx="64008" cy="1737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718304" y="1298448"/>
            <a:ext cx="1508760" cy="201168"/>
          </a:xfrm>
          <a:prstGeom prst="rect">
            <a:avLst/>
          </a:prstGeom>
          <a:solidFill>
            <a:srgbClr val="818CF8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18304" y="12984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18304" y="1554480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Blind Denoising via Random σ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18304" y="1883664"/>
            <a:ext cx="3813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DnCNN trains with σ sampled from U[5,55]/255 per image — 3M unique noisy pairs from 60k images across 50 epochs. The model generalises to unseen noise levels without a separate model per profile.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3035808"/>
            <a:ext cx="406908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35808"/>
            <a:ext cx="64008" cy="1737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" y="3163824"/>
            <a:ext cx="1508760" cy="201168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1638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ALGORITHM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" y="341985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Adaptive Huffman (FGK) — Streaming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" y="3749040"/>
            <a:ext cx="3813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 Huffman requires a full pre-pass before it can start encoding — a hard latency floor. FGK builds the tree character-by-character, enabling compression to begin before the full string is ready. Real streaming capability.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53712" y="3035808"/>
            <a:ext cx="406908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53712" y="3035808"/>
            <a:ext cx="64008" cy="173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4718304" y="3163824"/>
            <a:ext cx="1508760" cy="201168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18304" y="31638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DETAIL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18304" y="341985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compressed_bits Field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18304" y="3749040"/>
            <a:ext cx="3813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 Huffman implementations silently corrupt on bitstreams not divisible by 8. Encoding the exact bit count alongside the hex payload tells the decoder where real bits end and zero-padding begins — what makes decompression provably lossless.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Usefulness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architecture solves genuine problems — and where it stops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160520" cy="841248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64008" cy="8412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" y="12252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🏥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1243584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Edge Document Digitisation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government offices, logistics — scanning paper forms in real time. &lt;4 ms/image means thousands of documents/second. GPU-intensive OCR scales independently from CPU-only compression.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2093976"/>
            <a:ext cx="4160520" cy="841248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93976"/>
            <a:ext cx="64008" cy="84124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📡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167128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Bandwidth-Constrained Transmission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2432304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OCR'd text from remote field devices (rural healthcare IoT, warehouse scanners) compressed before transmission over metered links. ~1.7× ratio with sub-millisecond latency, no zlib licensing.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60520" cy="841248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64008" cy="8412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" y="30723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📚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3090672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Document Archival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Libraries digitising degraded or stained records. +8.4 dB PSNR recovery can turn a 90% baseline accuracy into &gt;99% on documents where naive OCR fails entirely — old census records, wartime correspondence.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4160520" cy="841248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41064"/>
            <a:ext cx="64008" cy="8412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" y="39959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" y="4014216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Privacy-Preserving OCR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8680" y="4279392"/>
            <a:ext cx="3502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OCRNet (1.7 MB) + DnCNN (2.2 MB) run entirely locally — no raw image leaves the device. Critical for legal, medical, or any privacy-sensitive content.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188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63440" y="1572768"/>
            <a:ext cx="41605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572768"/>
            <a:ext cx="64008" cy="1005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 MNIST ≠ Real Documents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28032" y="1938528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Digits only, balanced classes, clean backgrounds. Production needs full alphabets, mixed fonts, skew, multi-column layouts — substantially harder. Accuracy numbers here don't transfer directly.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41605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688336"/>
            <a:ext cx="64008" cy="1005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277977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 Synthetic Noise ≠ Real Scanner Noise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28032" y="305409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Gaussian and salt-and-pepper are idealised models. Actual degradation includes ink bleed, coffee stains, scanner artefacts, and paper texture — DnCNN would need domain fine-tuning.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63440" y="3803904"/>
            <a:ext cx="41605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803904"/>
            <a:ext cx="64008" cy="1005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389534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⚠  Compression Breaks on Short Output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28032" y="4169664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single-character OCR output, the FGK compressed form is larger than the raw input. Tree state overhead dominates until strings are ~10+ characters long.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8231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Verdict:  Well-engineered proof of concept with a real architectural idea — needs domain adaptation and full character set to deploy on production documents.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decoupled FastAPI microservices connected over HTTP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3977640" cy="34290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397764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984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OCR Microservice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824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703320" cy="65836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11680"/>
            <a:ext cx="64008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482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3042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salt-and-pepper spikes (3×3 kernel, PIL space)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3703320" cy="65836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16352"/>
            <a:ext cx="64008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52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17-layer residual net · predicts &amp; subtracts noise map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21024"/>
            <a:ext cx="3703320" cy="65836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621024"/>
            <a:ext cx="64008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657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OCRNet CNN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9136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Conv(32)→BN→Pool → Conv(64)→BN→Pool → FC(128)→FC(10)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15968" y="2852928"/>
            <a:ext cx="5029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7249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BDF8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7680" y="3017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HTTP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1234440"/>
            <a:ext cx="3840480" cy="34290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234440"/>
            <a:ext cx="3840480" cy="6400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298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Compression Microservice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1682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011680"/>
            <a:ext cx="3566160" cy="65836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2011680"/>
            <a:ext cx="64008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048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FGK Adaptive Huffman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2304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zlib/gzip — pure Python, zero stdlib compression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2816352"/>
            <a:ext cx="3566160" cy="65836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0" y="2816352"/>
            <a:ext cx="64008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8529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/compress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hex bitstream + ratio + entropy + efficiency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0" y="3621024"/>
            <a:ext cx="3566160" cy="65836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3621024"/>
            <a:ext cx="64008" cy="6583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/decompress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66360" y="3913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compressed_bits to strip padding · 100% lossless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589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validation images per noise profile · Device: CUDA · Gate: ≥95%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170432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95% ──────────────────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57800" y="11704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Per-Digit Accuracy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554480"/>
          <a:ext cx="3520440" cy="291693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Digit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Clean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S&amp;P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Gauss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100.0%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98.9%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98.7%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98.7%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98.9%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98.8%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98.6%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99.1%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98.3%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98.5%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052E16"/>
          </a:solidFill>
          <a:ln/>
        </p:spPr>
      </p:sp>
      <p:sp>
        <p:nvSpPr>
          <p:cNvPr id="9" name="Text 5"/>
          <p:cNvSpPr/>
          <p:nvPr/>
        </p:nvSpPr>
        <p:spPr>
          <a:xfrm>
            <a:off x="411480" y="471830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profiles cleared the 95% gate — Clean: 99.44%   S&amp;P: 99.17%   Gaussian: 99.27%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Service Latency Benchmark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589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sequential requests · 28×28 synthetic digit PNG · Hardware: GPU (CUDA)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69748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269748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28016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/ocr — Server total_ms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" y="168249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inside the server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2084832"/>
            <a:ext cx="2478024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30552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50492" y="2130552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 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" y="2487168"/>
            <a:ext cx="2478024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32888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50492" y="2532888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 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" y="2889504"/>
            <a:ext cx="2478024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35224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50492" y="2935224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 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" y="3291840"/>
            <a:ext cx="2478024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37560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50492" y="3337560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 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" y="3694176"/>
            <a:ext cx="2478024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39896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50492" y="3739896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 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" y="4096512"/>
            <a:ext cx="2478024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42232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50492" y="4142232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 ms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18688" y="1170432"/>
            <a:ext cx="269748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1170432"/>
            <a:ext cx="2697480" cy="6400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8" name="Text 26"/>
          <p:cNvSpPr/>
          <p:nvPr/>
        </p:nvSpPr>
        <p:spPr>
          <a:xfrm>
            <a:off x="3328416" y="128016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Denoiser (Median + DnCNN)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28416" y="168249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server total_ms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28416" y="2084832"/>
            <a:ext cx="2478024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1" name="Text 29"/>
          <p:cNvSpPr/>
          <p:nvPr/>
        </p:nvSpPr>
        <p:spPr>
          <a:xfrm>
            <a:off x="3401568" y="2130552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49140" y="2130552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28416" y="2487168"/>
            <a:ext cx="2478024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3401568" y="2532888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49140" y="2532888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ms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28416" y="2889504"/>
            <a:ext cx="2478024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7" name="Text 35"/>
          <p:cNvSpPr/>
          <p:nvPr/>
        </p:nvSpPr>
        <p:spPr>
          <a:xfrm>
            <a:off x="3401568" y="2935224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49140" y="2935224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 ms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28416" y="3291840"/>
            <a:ext cx="2478024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3401568" y="3337560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49140" y="3337560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ms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328416" y="3694176"/>
            <a:ext cx="2478024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3" name="Text 41"/>
          <p:cNvSpPr/>
          <p:nvPr/>
        </p:nvSpPr>
        <p:spPr>
          <a:xfrm>
            <a:off x="3401568" y="3739896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49140" y="3739896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ms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328416" y="4096512"/>
            <a:ext cx="2478024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3401568" y="4142232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49140" y="4142232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 ms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17336" y="1170432"/>
            <a:ext cx="269748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17336" y="1170432"/>
            <a:ext cx="2697480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0" name="Text 48"/>
          <p:cNvSpPr/>
          <p:nvPr/>
        </p:nvSpPr>
        <p:spPr>
          <a:xfrm>
            <a:off x="6227064" y="1280160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Round-Trip (RTT)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227064" y="168249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HTTP request latency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27064" y="2084832"/>
            <a:ext cx="2478024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3" name="Text 51"/>
          <p:cNvSpPr/>
          <p:nvPr/>
        </p:nvSpPr>
        <p:spPr>
          <a:xfrm>
            <a:off x="6300216" y="2130552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47788" y="2130552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 ms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27064" y="2487168"/>
            <a:ext cx="2478024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6300216" y="2532888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47788" y="2532888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1.93 ms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227064" y="2889504"/>
            <a:ext cx="2478024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59" name="Text 57"/>
          <p:cNvSpPr/>
          <p:nvPr/>
        </p:nvSpPr>
        <p:spPr>
          <a:xfrm>
            <a:off x="6300216" y="2935224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447788" y="2935224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 ms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227064" y="3291840"/>
            <a:ext cx="2478024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2" name="Text 60"/>
          <p:cNvSpPr/>
          <p:nvPr/>
        </p:nvSpPr>
        <p:spPr>
          <a:xfrm>
            <a:off x="6300216" y="3337560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447788" y="3337560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 ms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227064" y="3694176"/>
            <a:ext cx="2478024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5" name="Text 63"/>
          <p:cNvSpPr/>
          <p:nvPr/>
        </p:nvSpPr>
        <p:spPr>
          <a:xfrm>
            <a:off x="6300216" y="3739896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447788" y="3739896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 ms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227064" y="4096512"/>
            <a:ext cx="2478024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8" name="Text 66"/>
          <p:cNvSpPr/>
          <p:nvPr/>
        </p:nvSpPr>
        <p:spPr>
          <a:xfrm>
            <a:off x="6300216" y="4142232"/>
            <a:ext cx="126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447788" y="4142232"/>
            <a:ext cx="11475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3.32 ms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71" name="Text 69"/>
          <p:cNvSpPr/>
          <p:nvPr/>
        </p:nvSpPr>
        <p:spPr>
          <a:xfrm>
            <a:off x="457200" y="4681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(8 imgs/req) — mean per image: 1.07 ms   p95: 1.11 ms   p99: 1.16 ms   batch total mean: 8.55 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Benchmark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images · 100% lossless · p50/p95/p99 per stage + per-image e2e scatter</a:t>
            </a:r>
            <a:endParaRPr lang="en-US" sz="1300" dirty="0"/>
          </a:p>
        </p:txBody>
      </p:sp>
      <p:pic>
        <p:nvPicPr>
          <p:cNvPr id="4" name="Image 0" descr="/home/claude/benchmar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15568"/>
            <a:ext cx="8321040" cy="29696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4315968"/>
            <a:ext cx="1938528" cy="71323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4315968"/>
            <a:ext cx="1938528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37997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7.07 ms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" y="47365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p50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4600" y="4315968"/>
            <a:ext cx="1938528" cy="71323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14600" y="4315968"/>
            <a:ext cx="1938528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/>
          <p:nvPr/>
        </p:nvSpPr>
        <p:spPr>
          <a:xfrm>
            <a:off x="2514600" y="437997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 ms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514600" y="47365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p50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4315968"/>
            <a:ext cx="1938528" cy="71323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4315968"/>
            <a:ext cx="1938528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2"/>
          <p:cNvSpPr/>
          <p:nvPr/>
        </p:nvSpPr>
        <p:spPr>
          <a:xfrm>
            <a:off x="4617720" y="437997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9.04 ms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617720" y="47365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p50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20840" y="4315968"/>
            <a:ext cx="1938528" cy="71323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20840" y="4315968"/>
            <a:ext cx="1938528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437997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10.47 ms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720840" y="47365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p99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Pipeline: Median + DnCNN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589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denoiser runs before OCRNet — classical then learned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Improvement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6002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142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Gate: 28 dB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66344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Architecture (17 layers)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627632"/>
            <a:ext cx="4160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736592" y="1682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87568" y="1682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Conv(1→64, 3×3) + ReLU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61504" y="16824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BN — preserves pixel signal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63440" y="2048256"/>
            <a:ext cx="4160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3" name="Text 10"/>
          <p:cNvSpPr/>
          <p:nvPr/>
        </p:nvSpPr>
        <p:spPr>
          <a:xfrm>
            <a:off x="4736592" y="2103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2–16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87568" y="2103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Conv(64→64, 3×3) + BN + ReLU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61504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residual middle layers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63440" y="2468880"/>
            <a:ext cx="4160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4"/>
          <p:cNvSpPr/>
          <p:nvPr/>
        </p:nvSpPr>
        <p:spPr>
          <a:xfrm>
            <a:off x="4736592" y="2523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17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687568" y="25237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Conv(64→1, 3×3)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61504" y="25237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noise residual map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63440" y="2889504"/>
            <a:ext cx="4160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1" name="Text 18"/>
          <p:cNvSpPr/>
          <p:nvPr/>
        </p:nvSpPr>
        <p:spPr>
          <a:xfrm>
            <a:off x="4736592" y="2944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87568" y="2944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clamp(input − residual, 0, 1)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61504" y="29443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subtraction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63440" y="3310128"/>
            <a:ext cx="4160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4736592" y="33649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87568" y="3364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MSE(denoised, clean_target)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61504" y="336499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denoising: σ ~ U[5,55]/255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663440" y="3730752"/>
            <a:ext cx="4160520" cy="36576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9" name="Text 26"/>
          <p:cNvSpPr/>
          <p:nvPr/>
        </p:nvSpPr>
        <p:spPr>
          <a:xfrm>
            <a:off x="4736592" y="3785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87568" y="37856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Orthogonal weights + const BN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461504" y="37856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gradient collapse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663440" y="4151376"/>
            <a:ext cx="4160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0"/>
          <p:cNvSpPr/>
          <p:nvPr/>
        </p:nvSpPr>
        <p:spPr>
          <a:xfrm>
            <a:off x="4736592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Receptive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687568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+ 16×2 = 33 pixels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461504" y="420624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depth of 17 layers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Adaptive Huffman Compression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7589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FGK algorithm · pure Python · zero zlib/gzip/bz2 dependencies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207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FGK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40690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0"/>
            <a:ext cx="347472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75564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6824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9110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single NYT (Not Yet Transmitted) node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40690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2258568"/>
            <a:ext cx="347472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36829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2295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symbol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5237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NYT into new leaf + new NYT; emit 8-bit raw code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871216"/>
            <a:ext cx="40690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2871216"/>
            <a:ext cx="347472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98094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2907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symbol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3136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tree from root to leaf; emit path bits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83864"/>
            <a:ext cx="40690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3483864"/>
            <a:ext cx="347472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5935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3520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7490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freq → swap siblings to maintain sibling property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96512"/>
            <a:ext cx="4069080" cy="5303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4096512"/>
            <a:ext cx="347472" cy="5303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206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" y="41330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mirror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3616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runs same FGK algorithm in parallel — no pre-pass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12070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Metrics (Sample Inputs)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27632"/>
          <a:ext cx="4160520" cy="241401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aaaa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abcd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mississippi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1.69×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hello world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quick brown fox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4663440" y="4498848"/>
            <a:ext cx="4160520" cy="457200"/>
          </a:xfrm>
          <a:prstGeom prst="rect">
            <a:avLst/>
          </a:prstGeom>
          <a:solidFill>
            <a:srgbClr val="052E16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0" y="452628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assert decompress(compress(text)) == text — 0/100 lossless failures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84048" y="1005840"/>
            <a:ext cx="841248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05840"/>
            <a:ext cx="64008" cy="804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60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Gate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99.44% / 99.17% / 99.27%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/ Salt-and-Pepper / Gaussian — all cleared 95%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965960"/>
            <a:ext cx="841248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965960"/>
            <a:ext cx="64008" cy="8046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20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(100-run bench)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2951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p50: 3.55 ms · p99: 5.54 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2.28 ms · Compress: 0.65 ms · Decompress: 0.62 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926080"/>
            <a:ext cx="841248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926080"/>
            <a:ext cx="64008" cy="8046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80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Decompression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55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 in 100 runs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compressed_bits field strips zero-padding; FGK decode mirrors encoder exactly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886200"/>
            <a:ext cx="841248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886200"/>
            <a:ext cx="64008" cy="8046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41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Denoiser PSNR Gain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215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 dB  (21.4 → 29.8 dB)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4805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+6.5 dB · DnCNN on top: +1.9 dB · Gate: 28 dB ✓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36032-E1B7-9C19-CC35-038FB9FA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95EAC5F-E5B5-F510-2BCE-F580F4C71CCF}"/>
              </a:ext>
            </a:extLst>
          </p:cNvPr>
          <p:cNvSpPr txBox="1"/>
          <p:nvPr/>
        </p:nvSpPr>
        <p:spPr>
          <a:xfrm>
            <a:off x="787231" y="484450"/>
            <a:ext cx="3863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00B0F0"/>
                </a:solidFill>
              </a:rPr>
              <a:t>Thank You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9BECEF-6FD7-1C70-7C78-12BDA20A004C}"/>
              </a:ext>
            </a:extLst>
          </p:cNvPr>
          <p:cNvSpPr txBox="1"/>
          <p:nvPr/>
        </p:nvSpPr>
        <p:spPr>
          <a:xfrm>
            <a:off x="926511" y="1756132"/>
            <a:ext cx="4753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LLMS were used to give slide templates and content were made by the presenter</a:t>
            </a:r>
          </a:p>
        </p:txBody>
      </p:sp>
    </p:spTree>
    <p:extLst>
      <p:ext uri="{BB962C8B-B14F-4D97-AF65-F5344CB8AC3E}">
        <p14:creationId xmlns:p14="http://schemas.microsoft.com/office/powerpoint/2010/main" val="485867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1357</Words>
  <Application>Microsoft Office PowerPoint</Application>
  <PresentationFormat>On-screen Show (16:9)</PresentationFormat>
  <Paragraphs>265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Compression Pipeline</dc:title>
  <dc:subject>PptxGenJS Presentation</dc:subject>
  <dc:creator>Hackathon Team</dc:creator>
  <cp:lastModifiedBy>NITHISH SRIRAM SRINIVASAN</cp:lastModifiedBy>
  <cp:revision>2</cp:revision>
  <dcterms:created xsi:type="dcterms:W3CDTF">2026-04-18T19:41:56Z</dcterms:created>
  <dcterms:modified xsi:type="dcterms:W3CDTF">2026-04-18T19:53:55Z</dcterms:modified>
</cp:coreProperties>
</file>